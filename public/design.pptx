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605A"/>
    <a:srgbClr val="EB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5F5BB-8DF0-46C0-BB1A-BA16943F51B4}" v="22" dt="2026-02-25T01:13:41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at Suksomboonlert" userId="1f698bb0-e6a5-4be5-bcaf-bdf394845098" providerId="ADAL" clId="{536FD9EF-01C0-48C4-948F-4D02E718A6CA}"/>
    <pc:docChg chg="undo custSel addSld modSld">
      <pc:chgData name="Nithat Suksomboonlert" userId="1f698bb0-e6a5-4be5-bcaf-bdf394845098" providerId="ADAL" clId="{536FD9EF-01C0-48C4-948F-4D02E718A6CA}" dt="2026-02-25T01:14:32.827" v="217" actId="478"/>
      <pc:docMkLst>
        <pc:docMk/>
      </pc:docMkLst>
      <pc:sldChg chg="addSp delSp modSp new mod">
        <pc:chgData name="Nithat Suksomboonlert" userId="1f698bb0-e6a5-4be5-bcaf-bdf394845098" providerId="ADAL" clId="{536FD9EF-01C0-48C4-948F-4D02E718A6CA}" dt="2026-02-24T05:31:24.890" v="22" actId="14100"/>
        <pc:sldMkLst>
          <pc:docMk/>
          <pc:sldMk cId="4088222180" sldId="256"/>
        </pc:sldMkLst>
        <pc:spChg chg="del">
          <ac:chgData name="Nithat Suksomboonlert" userId="1f698bb0-e6a5-4be5-bcaf-bdf394845098" providerId="ADAL" clId="{536FD9EF-01C0-48C4-948F-4D02E718A6CA}" dt="2026-02-24T05:18:29.643" v="1" actId="478"/>
          <ac:spMkLst>
            <pc:docMk/>
            <pc:sldMk cId="4088222180" sldId="256"/>
            <ac:spMk id="2" creationId="{0CE1B949-28EC-1BA7-1058-8F20DCA164BD}"/>
          </ac:spMkLst>
        </pc:spChg>
        <pc:spChg chg="del">
          <ac:chgData name="Nithat Suksomboonlert" userId="1f698bb0-e6a5-4be5-bcaf-bdf394845098" providerId="ADAL" clId="{536FD9EF-01C0-48C4-948F-4D02E718A6CA}" dt="2026-02-24T05:18:32.615" v="2" actId="478"/>
          <ac:spMkLst>
            <pc:docMk/>
            <pc:sldMk cId="4088222180" sldId="256"/>
            <ac:spMk id="3" creationId="{67012628-5167-EC17-A999-3318C36318F3}"/>
          </ac:spMkLst>
        </pc:spChg>
        <pc:graphicFrameChg chg="add mod modGraphic">
          <ac:chgData name="Nithat Suksomboonlert" userId="1f698bb0-e6a5-4be5-bcaf-bdf394845098" providerId="ADAL" clId="{536FD9EF-01C0-48C4-948F-4D02E718A6CA}" dt="2026-02-24T05:30:19.173" v="13" actId="1076"/>
          <ac:graphicFrameMkLst>
            <pc:docMk/>
            <pc:sldMk cId="4088222180" sldId="256"/>
            <ac:graphicFrameMk id="6" creationId="{206D56A4-1E35-1432-D375-3CE054D9A796}"/>
          </ac:graphicFrameMkLst>
        </pc:graphicFrameChg>
        <pc:graphicFrameChg chg="add mod modGraphic">
          <ac:chgData name="Nithat Suksomboonlert" userId="1f698bb0-e6a5-4be5-bcaf-bdf394845098" providerId="ADAL" clId="{536FD9EF-01C0-48C4-948F-4D02E718A6CA}" dt="2026-02-24T05:31:24.890" v="22" actId="14100"/>
          <ac:graphicFrameMkLst>
            <pc:docMk/>
            <pc:sldMk cId="4088222180" sldId="256"/>
            <ac:graphicFrameMk id="9" creationId="{4DD42576-5919-FF6D-688C-72BD13AECD1B}"/>
          </ac:graphicFrameMkLst>
        </pc:graphicFrameChg>
        <pc:picChg chg="add mod">
          <ac:chgData name="Nithat Suksomboonlert" userId="1f698bb0-e6a5-4be5-bcaf-bdf394845098" providerId="ADAL" clId="{536FD9EF-01C0-48C4-948F-4D02E718A6CA}" dt="2026-02-24T05:30:17.169" v="12" actId="1076"/>
          <ac:picMkLst>
            <pc:docMk/>
            <pc:sldMk cId="4088222180" sldId="256"/>
            <ac:picMk id="5" creationId="{93420ED2-CE36-E2A5-3008-11A72EE6B07D}"/>
          </ac:picMkLst>
        </pc:picChg>
        <pc:picChg chg="add mod">
          <ac:chgData name="Nithat Suksomboonlert" userId="1f698bb0-e6a5-4be5-bcaf-bdf394845098" providerId="ADAL" clId="{536FD9EF-01C0-48C4-948F-4D02E718A6CA}" dt="2026-02-24T05:30:24.938" v="16" actId="1076"/>
          <ac:picMkLst>
            <pc:docMk/>
            <pc:sldMk cId="4088222180" sldId="256"/>
            <ac:picMk id="8" creationId="{7CD8AA60-88E8-D529-2443-805A73F4ACAE}"/>
          </ac:picMkLst>
        </pc:picChg>
      </pc:sldChg>
      <pc:sldChg chg="addSp delSp modSp new mod">
        <pc:chgData name="Nithat Suksomboonlert" userId="1f698bb0-e6a5-4be5-bcaf-bdf394845098" providerId="ADAL" clId="{536FD9EF-01C0-48C4-948F-4D02E718A6CA}" dt="2026-02-25T01:14:32.827" v="217" actId="478"/>
        <pc:sldMkLst>
          <pc:docMk/>
          <pc:sldMk cId="3566392301" sldId="257"/>
        </pc:sldMkLst>
        <pc:spChg chg="add del mod">
          <ac:chgData name="Nithat Suksomboonlert" userId="1f698bb0-e6a5-4be5-bcaf-bdf394845098" providerId="ADAL" clId="{536FD9EF-01C0-48C4-948F-4D02E718A6CA}" dt="2026-02-25T01:14:32.827" v="217" actId="478"/>
          <ac:spMkLst>
            <pc:docMk/>
            <pc:sldMk cId="3566392301" sldId="257"/>
            <ac:spMk id="2" creationId="{5B554E87-8CE9-55BF-7E0C-8AF02A54EA90}"/>
          </ac:spMkLst>
        </pc:spChg>
        <pc:spChg chg="add del mod">
          <ac:chgData name="Nithat Suksomboonlert" userId="1f698bb0-e6a5-4be5-bcaf-bdf394845098" providerId="ADAL" clId="{536FD9EF-01C0-48C4-948F-4D02E718A6CA}" dt="2026-02-24T16:05:37.961" v="44"/>
          <ac:spMkLst>
            <pc:docMk/>
            <pc:sldMk cId="3566392301" sldId="257"/>
            <ac:spMk id="3" creationId="{D86F036C-2051-DBD2-8E6A-5B447C4CA4D1}"/>
          </ac:spMkLst>
        </pc:spChg>
        <pc:spChg chg="add del mod">
          <ac:chgData name="Nithat Suksomboonlert" userId="1f698bb0-e6a5-4be5-bcaf-bdf394845098" providerId="ADAL" clId="{536FD9EF-01C0-48C4-948F-4D02E718A6CA}" dt="2026-02-24T16:05:37.961" v="44"/>
          <ac:spMkLst>
            <pc:docMk/>
            <pc:sldMk cId="3566392301" sldId="257"/>
            <ac:spMk id="4" creationId="{98461E2B-0BD6-767A-DDE6-9710668A0400}"/>
          </ac:spMkLst>
        </pc:spChg>
        <pc:spChg chg="del mod">
          <ac:chgData name="Nithat Suksomboonlert" userId="1f698bb0-e6a5-4be5-bcaf-bdf394845098" providerId="ADAL" clId="{536FD9EF-01C0-48C4-948F-4D02E718A6CA}" dt="2026-02-25T01:14:32.827" v="217" actId="478"/>
          <ac:spMkLst>
            <pc:docMk/>
            <pc:sldMk cId="3566392301" sldId="257"/>
            <ac:spMk id="5" creationId="{FA738B68-E396-8872-6DAE-37FA67E8799A}"/>
          </ac:spMkLst>
        </pc:spChg>
        <pc:spChg chg="add mod">
          <ac:chgData name="Nithat Suksomboonlert" userId="1f698bb0-e6a5-4be5-bcaf-bdf394845098" providerId="ADAL" clId="{536FD9EF-01C0-48C4-948F-4D02E718A6CA}" dt="2026-02-24T16:38:15.584" v="153" actId="208"/>
          <ac:spMkLst>
            <pc:docMk/>
            <pc:sldMk cId="3566392301" sldId="257"/>
            <ac:spMk id="6" creationId="{E32281C8-BC8D-FD84-5168-9A8255A890A8}"/>
          </ac:spMkLst>
        </pc:spChg>
        <pc:spChg chg="add mod">
          <ac:chgData name="Nithat Suksomboonlert" userId="1f698bb0-e6a5-4be5-bcaf-bdf394845098" providerId="ADAL" clId="{536FD9EF-01C0-48C4-948F-4D02E718A6CA}" dt="2026-02-24T16:26:08.906" v="85" actId="1076"/>
          <ac:spMkLst>
            <pc:docMk/>
            <pc:sldMk cId="3566392301" sldId="257"/>
            <ac:spMk id="7" creationId="{3BA6641F-5AE8-E041-8A45-C804A38AC056}"/>
          </ac:spMkLst>
        </pc:spChg>
        <pc:spChg chg="add mod">
          <ac:chgData name="Nithat Suksomboonlert" userId="1f698bb0-e6a5-4be5-bcaf-bdf394845098" providerId="ADAL" clId="{536FD9EF-01C0-48C4-948F-4D02E718A6CA}" dt="2026-02-24T16:27:04.411" v="111" actId="14100"/>
          <ac:spMkLst>
            <pc:docMk/>
            <pc:sldMk cId="3566392301" sldId="257"/>
            <ac:spMk id="9" creationId="{734E2058-C91E-C2EF-0AB9-E3ABA0274134}"/>
          </ac:spMkLst>
        </pc:spChg>
        <pc:spChg chg="add del mod">
          <ac:chgData name="Nithat Suksomboonlert" userId="1f698bb0-e6a5-4be5-bcaf-bdf394845098" providerId="ADAL" clId="{536FD9EF-01C0-48C4-948F-4D02E718A6CA}" dt="2026-02-24T16:27:45.704" v="117"/>
          <ac:spMkLst>
            <pc:docMk/>
            <pc:sldMk cId="3566392301" sldId="257"/>
            <ac:spMk id="11" creationId="{043BDB9D-1253-C9B8-1536-C5ADBA9F4798}"/>
          </ac:spMkLst>
        </pc:spChg>
        <pc:spChg chg="add mod">
          <ac:chgData name="Nithat Suksomboonlert" userId="1f698bb0-e6a5-4be5-bcaf-bdf394845098" providerId="ADAL" clId="{536FD9EF-01C0-48C4-948F-4D02E718A6CA}" dt="2026-02-24T16:38:25.579" v="155" actId="207"/>
          <ac:spMkLst>
            <pc:docMk/>
            <pc:sldMk cId="3566392301" sldId="257"/>
            <ac:spMk id="13" creationId="{B3DDAD2A-F97F-1F28-3B11-E531C0D9C6EE}"/>
          </ac:spMkLst>
        </pc:spChg>
        <pc:spChg chg="add del mod">
          <ac:chgData name="Nithat Suksomboonlert" userId="1f698bb0-e6a5-4be5-bcaf-bdf394845098" providerId="ADAL" clId="{536FD9EF-01C0-48C4-948F-4D02E718A6CA}" dt="2026-02-24T16:30:05.857" v="137" actId="478"/>
          <ac:spMkLst>
            <pc:docMk/>
            <pc:sldMk cId="3566392301" sldId="257"/>
            <ac:spMk id="15" creationId="{658E99C4-08C8-841C-D259-88182B732ED9}"/>
          </ac:spMkLst>
        </pc:spChg>
        <pc:spChg chg="add del mod">
          <ac:chgData name="Nithat Suksomboonlert" userId="1f698bb0-e6a5-4be5-bcaf-bdf394845098" providerId="ADAL" clId="{536FD9EF-01C0-48C4-948F-4D02E718A6CA}" dt="2026-02-24T16:51:06.866" v="160" actId="478"/>
          <ac:spMkLst>
            <pc:docMk/>
            <pc:sldMk cId="3566392301" sldId="257"/>
            <ac:spMk id="19" creationId="{01465D50-902E-6F8D-2223-B25DDE63D5FE}"/>
          </ac:spMkLst>
        </pc:spChg>
        <pc:spChg chg="add mod ord">
          <ac:chgData name="Nithat Suksomboonlert" userId="1f698bb0-e6a5-4be5-bcaf-bdf394845098" providerId="ADAL" clId="{536FD9EF-01C0-48C4-948F-4D02E718A6CA}" dt="2026-02-25T01:04:46.573" v="203" actId="164"/>
          <ac:spMkLst>
            <pc:docMk/>
            <pc:sldMk cId="3566392301" sldId="257"/>
            <ac:spMk id="20" creationId="{1742B37F-AC85-A820-2014-B2854F193D6F}"/>
          </ac:spMkLst>
        </pc:spChg>
        <pc:spChg chg="add mod">
          <ac:chgData name="Nithat Suksomboonlert" userId="1f698bb0-e6a5-4be5-bcaf-bdf394845098" providerId="ADAL" clId="{536FD9EF-01C0-48C4-948F-4D02E718A6CA}" dt="2026-02-25T01:05:01.941" v="208" actId="164"/>
          <ac:spMkLst>
            <pc:docMk/>
            <pc:sldMk cId="3566392301" sldId="257"/>
            <ac:spMk id="27" creationId="{26A28458-B09F-B211-9763-8AB404590A53}"/>
          </ac:spMkLst>
        </pc:spChg>
        <pc:spChg chg="mod">
          <ac:chgData name="Nithat Suksomboonlert" userId="1f698bb0-e6a5-4be5-bcaf-bdf394845098" providerId="ADAL" clId="{536FD9EF-01C0-48C4-948F-4D02E718A6CA}" dt="2026-02-25T01:04:12.010" v="197"/>
          <ac:spMkLst>
            <pc:docMk/>
            <pc:sldMk cId="3566392301" sldId="257"/>
            <ac:spMk id="29" creationId="{CE7442CE-94EC-6C18-7A3F-D33C12A9F3A8}"/>
          </ac:spMkLst>
        </pc:spChg>
        <pc:spChg chg="mod">
          <ac:chgData name="Nithat Suksomboonlert" userId="1f698bb0-e6a5-4be5-bcaf-bdf394845098" providerId="ADAL" clId="{536FD9EF-01C0-48C4-948F-4D02E718A6CA}" dt="2026-02-25T01:04:12.010" v="197"/>
          <ac:spMkLst>
            <pc:docMk/>
            <pc:sldMk cId="3566392301" sldId="257"/>
            <ac:spMk id="31" creationId="{EC4E7990-09CC-EAA3-7B11-4F3A6095EF43}"/>
          </ac:spMkLst>
        </pc:spChg>
        <pc:grpChg chg="add mod">
          <ac:chgData name="Nithat Suksomboonlert" userId="1f698bb0-e6a5-4be5-bcaf-bdf394845098" providerId="ADAL" clId="{536FD9EF-01C0-48C4-948F-4D02E718A6CA}" dt="2026-02-25T01:04:46.573" v="203" actId="164"/>
          <ac:grpSpMkLst>
            <pc:docMk/>
            <pc:sldMk cId="3566392301" sldId="257"/>
            <ac:grpSpMk id="17" creationId="{47B7ACAA-0F49-1D5E-7774-C3919DB7DE7D}"/>
          </ac:grpSpMkLst>
        </pc:grpChg>
        <pc:grpChg chg="add del mod">
          <ac:chgData name="Nithat Suksomboonlert" userId="1f698bb0-e6a5-4be5-bcaf-bdf394845098" providerId="ADAL" clId="{536FD9EF-01C0-48C4-948F-4D02E718A6CA}" dt="2026-02-25T01:04:53.826" v="205" actId="478"/>
          <ac:grpSpMkLst>
            <pc:docMk/>
            <pc:sldMk cId="3566392301" sldId="257"/>
            <ac:grpSpMk id="28" creationId="{09F21037-3C91-4762-9E4B-B447009BE9B5}"/>
          </ac:grpSpMkLst>
        </pc:grpChg>
        <pc:grpChg chg="add mod">
          <ac:chgData name="Nithat Suksomboonlert" userId="1f698bb0-e6a5-4be5-bcaf-bdf394845098" providerId="ADAL" clId="{536FD9EF-01C0-48C4-948F-4D02E718A6CA}" dt="2026-02-25T01:04:46.573" v="203" actId="164"/>
          <ac:grpSpMkLst>
            <pc:docMk/>
            <pc:sldMk cId="3566392301" sldId="257"/>
            <ac:grpSpMk id="33" creationId="{1E27D2FE-7922-4C7F-2188-00ECBB4BADC5}"/>
          </ac:grpSpMkLst>
        </pc:grpChg>
        <pc:grpChg chg="add mod">
          <ac:chgData name="Nithat Suksomboonlert" userId="1f698bb0-e6a5-4be5-bcaf-bdf394845098" providerId="ADAL" clId="{536FD9EF-01C0-48C4-948F-4D02E718A6CA}" dt="2026-02-25T01:05:36.919" v="209" actId="1076"/>
          <ac:grpSpMkLst>
            <pc:docMk/>
            <pc:sldMk cId="3566392301" sldId="257"/>
            <ac:grpSpMk id="34" creationId="{1AB4AFC0-00CC-F781-7BD0-1B5557E6F9C6}"/>
          </ac:grpSpMkLst>
        </pc:grpChg>
        <pc:picChg chg="del mod">
          <ac:chgData name="Nithat Suksomboonlert" userId="1f698bb0-e6a5-4be5-bcaf-bdf394845098" providerId="ADAL" clId="{536FD9EF-01C0-48C4-948F-4D02E718A6CA}" dt="2026-02-24T16:26:27.970" v="88" actId="478"/>
          <ac:picMkLst>
            <pc:docMk/>
            <pc:sldMk cId="3566392301" sldId="257"/>
            <ac:picMk id="8" creationId="{D1F2D100-BC43-1D2E-254F-80C4FA8FDBF1}"/>
          </ac:picMkLst>
        </pc:picChg>
        <pc:picChg chg="del">
          <ac:chgData name="Nithat Suksomboonlert" userId="1f698bb0-e6a5-4be5-bcaf-bdf394845098" providerId="ADAL" clId="{536FD9EF-01C0-48C4-948F-4D02E718A6CA}" dt="2026-02-24T16:27:45.704" v="117"/>
          <ac:picMkLst>
            <pc:docMk/>
            <pc:sldMk cId="3566392301" sldId="257"/>
            <ac:picMk id="10" creationId="{7C59ED8A-80FF-44BA-27AE-0946C6649994}"/>
          </ac:picMkLst>
        </pc:picChg>
        <pc:picChg chg="mod">
          <ac:chgData name="Nithat Suksomboonlert" userId="1f698bb0-e6a5-4be5-bcaf-bdf394845098" providerId="ADAL" clId="{536FD9EF-01C0-48C4-948F-4D02E718A6CA}" dt="2026-02-24T16:38:20.653" v="154" actId="208"/>
          <ac:picMkLst>
            <pc:docMk/>
            <pc:sldMk cId="3566392301" sldId="257"/>
            <ac:picMk id="12" creationId="{2D59A282-0253-01FA-3891-157C0EF20369}"/>
          </ac:picMkLst>
        </pc:picChg>
        <pc:picChg chg="mod">
          <ac:chgData name="Nithat Suksomboonlert" userId="1f698bb0-e6a5-4be5-bcaf-bdf394845098" providerId="ADAL" clId="{536FD9EF-01C0-48C4-948F-4D02E718A6CA}" dt="2026-02-24T16:29:53.979" v="134" actId="207"/>
          <ac:picMkLst>
            <pc:docMk/>
            <pc:sldMk cId="3566392301" sldId="257"/>
            <ac:picMk id="14" creationId="{28C576D0-C8E8-0177-85ED-7F757DC1AA00}"/>
          </ac:picMkLst>
        </pc:picChg>
        <pc:picChg chg="del mod">
          <ac:chgData name="Nithat Suksomboonlert" userId="1f698bb0-e6a5-4be5-bcaf-bdf394845098" providerId="ADAL" clId="{536FD9EF-01C0-48C4-948F-4D02E718A6CA}" dt="2026-02-25T01:04:30.028" v="200" actId="478"/>
          <ac:picMkLst>
            <pc:docMk/>
            <pc:sldMk cId="3566392301" sldId="257"/>
            <ac:picMk id="18" creationId="{DDF7377C-3BF1-7F7B-D47B-B888B927CAE9}"/>
          </ac:picMkLst>
        </pc:picChg>
        <pc:picChg chg="add del">
          <ac:chgData name="Nithat Suksomboonlert" userId="1f698bb0-e6a5-4be5-bcaf-bdf394845098" providerId="ADAL" clId="{536FD9EF-01C0-48C4-948F-4D02E718A6CA}" dt="2026-02-24T17:06:27.334" v="168" actId="478"/>
          <ac:picMkLst>
            <pc:docMk/>
            <pc:sldMk cId="3566392301" sldId="257"/>
            <ac:picMk id="22" creationId="{788734E1-6FD1-EC6F-FABC-8EECF32941AD}"/>
          </ac:picMkLst>
        </pc:picChg>
        <pc:picChg chg="add del">
          <ac:chgData name="Nithat Suksomboonlert" userId="1f698bb0-e6a5-4be5-bcaf-bdf394845098" providerId="ADAL" clId="{536FD9EF-01C0-48C4-948F-4D02E718A6CA}" dt="2026-02-24T17:09:49.925" v="170" actId="478"/>
          <ac:picMkLst>
            <pc:docMk/>
            <pc:sldMk cId="3566392301" sldId="257"/>
            <ac:picMk id="24" creationId="{2C549A82-777D-CACB-6D3E-08C7D50D46DC}"/>
          </ac:picMkLst>
        </pc:picChg>
        <pc:picChg chg="add del">
          <ac:chgData name="Nithat Suksomboonlert" userId="1f698bb0-e6a5-4be5-bcaf-bdf394845098" providerId="ADAL" clId="{536FD9EF-01C0-48C4-948F-4D02E718A6CA}" dt="2026-02-24T17:13:24.472" v="172" actId="478"/>
          <ac:picMkLst>
            <pc:docMk/>
            <pc:sldMk cId="3566392301" sldId="257"/>
            <ac:picMk id="26" creationId="{92C2FCB8-E0C4-D8AB-6334-2AF8FA8BD996}"/>
          </ac:picMkLst>
        </pc:picChg>
        <pc:picChg chg="mod">
          <ac:chgData name="Nithat Suksomboonlert" userId="1f698bb0-e6a5-4be5-bcaf-bdf394845098" providerId="ADAL" clId="{536FD9EF-01C0-48C4-948F-4D02E718A6CA}" dt="2026-02-25T01:04:12.010" v="197"/>
          <ac:picMkLst>
            <pc:docMk/>
            <pc:sldMk cId="3566392301" sldId="257"/>
            <ac:picMk id="30" creationId="{BCA1FE17-467F-3CDA-A811-5C4833939527}"/>
          </ac:picMkLst>
        </pc:picChg>
        <pc:picChg chg="add mod ord">
          <ac:chgData name="Nithat Suksomboonlert" userId="1f698bb0-e6a5-4be5-bcaf-bdf394845098" providerId="ADAL" clId="{536FD9EF-01C0-48C4-948F-4D02E718A6CA}" dt="2026-02-25T01:05:01.941" v="208" actId="164"/>
          <ac:picMkLst>
            <pc:docMk/>
            <pc:sldMk cId="3566392301" sldId="257"/>
            <ac:picMk id="32" creationId="{76BA0D9B-DCF1-4D5A-E4D5-DB289559C988}"/>
          </ac:picMkLst>
        </pc:picChg>
      </pc:sldChg>
      <pc:sldChg chg="addSp modSp new mod">
        <pc:chgData name="Nithat Suksomboonlert" userId="1f698bb0-e6a5-4be5-bcaf-bdf394845098" providerId="ADAL" clId="{536FD9EF-01C0-48C4-948F-4D02E718A6CA}" dt="2026-02-25T01:13:57.964" v="216" actId="1076"/>
        <pc:sldMkLst>
          <pc:docMk/>
          <pc:sldMk cId="932214288" sldId="258"/>
        </pc:sldMkLst>
        <pc:picChg chg="add mod">
          <ac:chgData name="Nithat Suksomboonlert" userId="1f698bb0-e6a5-4be5-bcaf-bdf394845098" providerId="ADAL" clId="{536FD9EF-01C0-48C4-948F-4D02E718A6CA}" dt="2026-02-25T01:13:57.964" v="216" actId="1076"/>
          <ac:picMkLst>
            <pc:docMk/>
            <pc:sldMk cId="932214288" sldId="258"/>
            <ac:picMk id="3" creationId="{9B2D420D-405B-A6AB-0B74-4BB0AE3AA689}"/>
          </ac:picMkLst>
        </pc:picChg>
        <pc:picChg chg="add mod">
          <ac:chgData name="Nithat Suksomboonlert" userId="1f698bb0-e6a5-4be5-bcaf-bdf394845098" providerId="ADAL" clId="{536FD9EF-01C0-48C4-948F-4D02E718A6CA}" dt="2026-02-25T01:13:41.067" v="213" actId="1076"/>
          <ac:picMkLst>
            <pc:docMk/>
            <pc:sldMk cId="932214288" sldId="258"/>
            <ac:picMk id="2050" creationId="{CBE5662F-DB8C-81E7-9071-28FF9E58A5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F614-2CD9-4596-FAC0-D6FF72632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8B67-367D-8154-DF6B-168DDFA7C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DE323-5EFD-22FC-D7BC-6955DF24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1168F-E8E8-E760-9D81-B1AA3A63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EC58-879D-3952-6158-C1DC84CF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14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6A88-5936-AF3A-E72F-9C8932CF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BBF03-2DD2-7C14-8684-F537BFEDF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38ABF-E6B0-32D3-F41E-03B42683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7825-269B-BE0A-E714-6DAD0D35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481A6-F021-AC60-516C-1560F3B2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48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5E4E-892D-CA05-04C2-C16DA71B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207A-7772-223E-5AA6-487798B85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16884-FDDB-A4B4-5DE4-9F3C7816F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6B9F2-2549-AB16-8960-08B4C735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B460A-701B-65F5-464D-A6630227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63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E23F-67F7-2600-F550-84CA5A92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E2FC-7C03-D3D2-5F5E-5F356E79E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8AE54-CC22-0772-BDC0-382CEDE35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54122-645B-48E0-7988-EBB6364D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59706-0F67-7FF0-28DB-F9B8AC5C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75739-485E-22A3-E516-50E6A487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6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400B-FFCB-35DB-C916-58EA4A97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C387D-C0BC-2107-4DDF-35B59FF09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DF388-4FE5-8113-33C9-194B69B23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E8144-C208-8E08-4FA7-AB755CFCF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C0720-5D45-656A-2DF2-EEEED4F90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B65B0-AFAC-7C83-C42F-BA96E48C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BDEE93-0636-2652-3AE2-F07AAF8E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DFF93-C7A0-2C0A-CBB5-C74BAE4F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7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FF53-3AC7-4B88-C03E-EC4C840E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0832B-70BA-A49B-5F01-20F0F9AC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2FDCB-D2EC-BC15-98E0-C2F59B18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39941-C829-5F2D-DBC3-B22E25A7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65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9E630-69D9-4210-3E75-D50FA68C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0212C-D3C7-3732-9EFE-F6A4B2DC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BD467-9F39-6624-FDE3-609DA0C7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71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F8E5-B73D-A5B6-00D3-130D46A61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73C2-486F-2713-DFAE-672B3DBC3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5BFD6-9AE7-FDA3-DF9B-49667864F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A1FB-95D9-9D46-52E3-0F729CD9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B72F7-6E85-BBB7-DE5B-BF0C58B6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D4E11-AAD8-060B-1446-9CF9ABB5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55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8017-DF62-AF08-2401-8E6CEEE2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6D9E2-C171-6CF5-B332-B5D80A8CA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DEC1F-23C1-291A-01EE-25E9A685A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E6015-2AC5-D29C-E360-1042B97C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FDD7D-BEDC-E317-0C4B-AA949529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B28DA-ED34-3CB1-F386-4DF4FB63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D607-EEDC-3D4B-3C7F-FAC40C8D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46E3E-7468-915F-B9AD-A1469DAB2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50F3F-01A9-13D3-14D2-6F49F11E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F9EFC-BE8A-1006-91BB-CE40BDD3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08574-20B9-FE5C-4EA9-C5ADCB05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74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55A90-F13A-7A99-60B7-15C76A182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BE4A5-E780-B88A-6608-DBA94790D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75EB2-930F-48E2-6B20-8A995BF5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E8A-881D-96C5-96BC-9DAFE4CD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1CDEE-20B3-5753-EE82-6BE885A1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78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88FEC-98E6-1D53-5EA6-22BD84A6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1825D-5F8D-B49D-6CA8-933AE0623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171DD-A0D0-DFB4-DD49-565325322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B12A4-89FF-4E0F-B6A8-6B0D13C2EB4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408AB-A89F-9962-42AE-04A737540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D7657-BC53-AC14-68FA-4297CEEF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41EB6-23AD-458F-91F3-ADE02FE5C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90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A6641F-5AE8-E041-8A45-C804A38AC056}"/>
              </a:ext>
            </a:extLst>
          </p:cNvPr>
          <p:cNvSpPr/>
          <p:nvPr/>
        </p:nvSpPr>
        <p:spPr>
          <a:xfrm>
            <a:off x="1195274" y="2772177"/>
            <a:ext cx="1440000" cy="1440000"/>
          </a:xfrm>
          <a:prstGeom prst="roundRect">
            <a:avLst>
              <a:gd name="adj" fmla="val 26693"/>
            </a:avLst>
          </a:prstGeom>
          <a:noFill/>
          <a:ln w="177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4E2058-C91E-C2EF-0AB9-E3ABA0274134}"/>
              </a:ext>
            </a:extLst>
          </p:cNvPr>
          <p:cNvSpPr/>
          <p:nvPr/>
        </p:nvSpPr>
        <p:spPr>
          <a:xfrm>
            <a:off x="5546923" y="1097656"/>
            <a:ext cx="800390" cy="800390"/>
          </a:xfrm>
          <a:prstGeom prst="roundRect">
            <a:avLst>
              <a:gd name="adj" fmla="val 22898"/>
            </a:avLst>
          </a:prstGeom>
          <a:noFill/>
          <a:ln w="152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E27D2FE-7922-4C7F-2188-00ECBB4BADC5}"/>
              </a:ext>
            </a:extLst>
          </p:cNvPr>
          <p:cNvGrpSpPr/>
          <p:nvPr/>
        </p:nvGrpSpPr>
        <p:grpSpPr>
          <a:xfrm>
            <a:off x="7315319" y="2784425"/>
            <a:ext cx="2160000" cy="2160000"/>
            <a:chOff x="7315319" y="2784425"/>
            <a:chExt cx="2160000" cy="216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42B37F-AC85-A820-2014-B2854F193D6F}"/>
                </a:ext>
              </a:extLst>
            </p:cNvPr>
            <p:cNvSpPr/>
            <p:nvPr/>
          </p:nvSpPr>
          <p:spPr>
            <a:xfrm>
              <a:off x="7315319" y="2784425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7B7ACAA-0F49-1D5E-7774-C3919DB7DE7D}"/>
                </a:ext>
              </a:extLst>
            </p:cNvPr>
            <p:cNvGrpSpPr/>
            <p:nvPr/>
          </p:nvGrpSpPr>
          <p:grpSpPr>
            <a:xfrm>
              <a:off x="7675319" y="3066612"/>
              <a:ext cx="1543235" cy="1759087"/>
              <a:chOff x="7361867" y="2465250"/>
              <a:chExt cx="1543235" cy="1759087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32281C8-BC8D-FD84-5168-9A8255A890A8}"/>
                  </a:ext>
                </a:extLst>
              </p:cNvPr>
              <p:cNvSpPr/>
              <p:nvPr/>
            </p:nvSpPr>
            <p:spPr>
              <a:xfrm>
                <a:off x="7361867" y="2465250"/>
                <a:ext cx="1440000" cy="1440000"/>
              </a:xfrm>
              <a:prstGeom prst="roundRect">
                <a:avLst>
                  <a:gd name="adj" fmla="val 26693"/>
                </a:avLst>
              </a:prstGeom>
              <a:noFill/>
              <a:ln w="152400">
                <a:solidFill>
                  <a:srgbClr val="5060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2D59A282-0253-01FA-3891-157C0EF20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05617" y="2709000"/>
                <a:ext cx="952500" cy="952500"/>
              </a:xfrm>
              <a:custGeom>
                <a:avLst/>
                <a:gdLst>
                  <a:gd name="csX0" fmla="*/ 0 w 952500"/>
                  <a:gd name="csY0" fmla="*/ 0 h 952500"/>
                  <a:gd name="csX1" fmla="*/ 952500 w 952500"/>
                  <a:gd name="csY1" fmla="*/ 0 h 952500"/>
                  <a:gd name="csX2" fmla="*/ 952500 w 952500"/>
                  <a:gd name="csY2" fmla="*/ 329136 h 952500"/>
                  <a:gd name="csX3" fmla="*/ 641046 w 952500"/>
                  <a:gd name="csY3" fmla="*/ 329136 h 952500"/>
                  <a:gd name="csX4" fmla="*/ 641046 w 952500"/>
                  <a:gd name="csY4" fmla="*/ 623363 h 952500"/>
                  <a:gd name="csX5" fmla="*/ 952500 w 952500"/>
                  <a:gd name="csY5" fmla="*/ 623363 h 952500"/>
                  <a:gd name="csX6" fmla="*/ 952500 w 952500"/>
                  <a:gd name="csY6" fmla="*/ 952500 h 952500"/>
                  <a:gd name="csX7" fmla="*/ 0 w 952500"/>
                  <a:gd name="csY7" fmla="*/ 952500 h 952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52500" h="952500">
                    <a:moveTo>
                      <a:pt x="0" y="0"/>
                    </a:moveTo>
                    <a:lnTo>
                      <a:pt x="952500" y="0"/>
                    </a:lnTo>
                    <a:lnTo>
                      <a:pt x="952500" y="329136"/>
                    </a:lnTo>
                    <a:lnTo>
                      <a:pt x="641046" y="329136"/>
                    </a:lnTo>
                    <a:lnTo>
                      <a:pt x="641046" y="623363"/>
                    </a:lnTo>
                    <a:lnTo>
                      <a:pt x="952500" y="623363"/>
                    </a:lnTo>
                    <a:lnTo>
                      <a:pt x="952500" y="952500"/>
                    </a:lnTo>
                    <a:lnTo>
                      <a:pt x="0" y="952500"/>
                    </a:lnTo>
                    <a:close/>
                  </a:path>
                </a:pathLst>
              </a:custGeom>
            </p:spPr>
          </p:pic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B3DDAD2A-F97F-1F28-3B11-E531C0D9C6EE}"/>
                  </a:ext>
                </a:extLst>
              </p:cNvPr>
              <p:cNvSpPr/>
              <p:nvPr/>
            </p:nvSpPr>
            <p:spPr>
              <a:xfrm flipH="1">
                <a:off x="8320215" y="3875895"/>
                <a:ext cx="584887" cy="348442"/>
              </a:xfrm>
              <a:prstGeom prst="parallelogram">
                <a:avLst>
                  <a:gd name="adj" fmla="val 87084"/>
                </a:avLst>
              </a:prstGeom>
              <a:solidFill>
                <a:srgbClr val="50605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7F3182E0-08B9-EFC9-B979-EB321BC07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0662" y="2633662"/>
            <a:ext cx="1590675" cy="159067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AB4AFC0-00CC-F781-7BD0-1B5557E6F9C6}"/>
              </a:ext>
            </a:extLst>
          </p:cNvPr>
          <p:cNvGrpSpPr/>
          <p:nvPr/>
        </p:nvGrpSpPr>
        <p:grpSpPr>
          <a:xfrm>
            <a:off x="9475319" y="2230362"/>
            <a:ext cx="2160000" cy="2160000"/>
            <a:chOff x="9829917" y="2772177"/>
            <a:chExt cx="2160000" cy="2160000"/>
          </a:xfrm>
        </p:grpSpPr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76BA0D9B-DCF1-4D5A-E4D5-DB289559C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00292" y="2984651"/>
              <a:ext cx="1619250" cy="1828800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A28458-B09F-B211-9763-8AB404590A53}"/>
                </a:ext>
              </a:extLst>
            </p:cNvPr>
            <p:cNvSpPr/>
            <p:nvPr/>
          </p:nvSpPr>
          <p:spPr>
            <a:xfrm>
              <a:off x="9829917" y="2772177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66392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obile wallet UIs Palette">
            <a:extLst>
              <a:ext uri="{FF2B5EF4-FFF2-40B4-BE49-F238E27FC236}">
                <a16:creationId xmlns:a16="http://schemas.microsoft.com/office/drawing/2014/main" id="{CBE5662F-DB8C-81E7-9071-28FF9E58A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8" y="964176"/>
            <a:ext cx="4914412" cy="360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2D420D-405B-A6AB-0B74-4BB0AE3AA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655" y="703384"/>
            <a:ext cx="6968409" cy="45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14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8c82a9-85e2-418d-8e27-d064ef359053}" enabled="1" method="Standard" siteId="{d6bb4e04-1f12-4303-95a7-71d94f834f0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Nithat Suksomboonlert</dc:creator>
  <cp:lastModifiedBy>Nithat Suksomboonlert</cp:lastModifiedBy>
  <cp:revision>2</cp:revision>
  <dcterms:created xsi:type="dcterms:W3CDTF">2026-02-24T05:18:25Z</dcterms:created>
  <dcterms:modified xsi:type="dcterms:W3CDTF">2026-02-25T01:16:14Z</dcterms:modified>
</cp:coreProperties>
</file>